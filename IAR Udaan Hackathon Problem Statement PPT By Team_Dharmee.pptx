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72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7584"/>
            <a:ext cx="2286000" cy="514350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2296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74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128016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944368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Navigates Government Schemes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Citizens Don't Have 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5160" y="548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9516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995160" y="17556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612648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27939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Dharmee Choksi   ·   Vaidik Prajapati   ·   Aena Patel   ·   Vishal Sharma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95160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b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GenAI  ·  RAG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800" dirty="0"/>
          </a:p>
        </p:txBody>
      </p:sp>
      <p:sp>
        <p:nvSpPr>
          <p:cNvPr id="5" name="Shape 3"/>
          <p:cNvSpPr/>
          <p:nvPr/>
        </p:nvSpPr>
        <p:spPr>
          <a:xfrm>
            <a:off x="457200" y="3218688"/>
            <a:ext cx="3474720" cy="3200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649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citizens never claim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welfare schemes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actually qualify for.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457200"/>
            <a:ext cx="18288" cy="43891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919472" y="4754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19472" y="896112"/>
            <a:ext cx="39319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4919472" y="1078992"/>
            <a:ext cx="219456" cy="2194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078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10607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even know which schemes exist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19472" y="1700784"/>
            <a:ext cx="219456" cy="2194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700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682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criteria is buried in PDFs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19472" y="2322576"/>
            <a:ext cx="219456" cy="2194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2322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23042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 is confusing &amp; multi-step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19472" y="2944368"/>
            <a:ext cx="219456" cy="2194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944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9260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in English — not everyone reads 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9472" y="3566160"/>
            <a:ext cx="219456" cy="219456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state schemes conflict — nobody flags 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9472" y="4800600"/>
            <a:ext cx="39319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4846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650+ central &amp; state schemes. The problem isn't lack of schemes — it's lack of navigation.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REAL WORLD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just our observation.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documented facts — not assumptions we made up for the hackathon.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321040" cy="9509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19072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0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· 2024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National Priority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810512"/>
            <a:ext cx="18288" cy="7680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81051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Aayog's 2024 report officially flagged the scheme-discovery gap as a national problem that needs fixing urgently. This is the government itself saying the current system isn't working.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321040" cy="9509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98064"/>
            <a:ext cx="36576" cy="9509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9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Portal Exists. It Just Has Zero Intelligence.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46120" y="2889504"/>
            <a:ext cx="18288" cy="7680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2889504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already has an official scheme portal — but it's literally just a search box. No eligibility matching, no document guidance, no language support, no conflict detection. Nothing smart.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8321040" cy="9509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77056"/>
            <a:ext cx="36576" cy="9509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Budget 2025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Has Been Allocated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3968496"/>
            <a:ext cx="18288" cy="7680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3401568" y="3968496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Union Budget 2025 specifically allocated funds for AI-powered citizen services. There's a real, documented path from what we're building here to actual government adoption.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Trying to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321040" cy="10241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" cy="10241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89888"/>
            <a:ext cx="8001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where any citizen — regardless of education level, language, or tech literacy — can describe their situation in plain words and instantly know which government schemes they qualify for, what documents they need, and how to actually apply.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we want to: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977640" cy="8046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36576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3017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citizen profiles to eligible schemes automatically — with reasoning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3977640" cy="8046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2880360"/>
            <a:ext cx="36576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30368" y="30175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step-by-step application checklist for each matched scheme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977640" cy="8046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40480"/>
            <a:ext cx="36576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" y="39776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draft application forms using uploaded identity documents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840480"/>
            <a:ext cx="3977640" cy="8046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3840480"/>
            <a:ext cx="36576" cy="8046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30368" y="397764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explicitly flag conflicts between Central and State scheme versions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SOLUTIONS — WHAT EXISTS TODAY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at 3 existing approaches first.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anything, we asked — does something like this already exist? Here's what we found: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691640"/>
            <a:ext cx="2697480" cy="3246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69164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" y="1828800"/>
            <a:ext cx="329184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2677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Offline Help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24231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8803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rely on local government offices, NGOs, or relatives to discover schemes manually.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to 500M+ citizens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" y="3767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9808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dependent on who you know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1208" y="4114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133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often outdated or wrong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" y="4572000"/>
            <a:ext cx="242316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45720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slow. Too unequal.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36976" y="1691640"/>
            <a:ext cx="2697480" cy="3246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6976" y="169164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74136" y="1828800"/>
            <a:ext cx="329184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3374136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74136" y="22677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74136" y="2798064"/>
            <a:ext cx="24231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74136" y="28803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general-purpose chatbot (ChatGPT, etc.) to answer questions about government schemes.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74136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02736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Halluccinates eligibility criteria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74136" y="3767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02736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grounding in actual PDF documents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74136" y="4114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02736" y="4133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detect Central vs State conflicts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74136" y="4572000"/>
            <a:ext cx="242316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Text 34"/>
          <p:cNvSpPr/>
          <p:nvPr/>
        </p:nvSpPr>
        <p:spPr>
          <a:xfrm>
            <a:off x="3438144" y="45720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but dangerously unreliable.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9904" y="1691640"/>
            <a:ext cx="2697480" cy="3246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089904" y="169164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6227064" y="1828800"/>
            <a:ext cx="329184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22706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27064" y="226771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Portal)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27064" y="2798064"/>
            <a:ext cx="242316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6227064" y="28803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government's own portal — searchable database of central and some state schemes.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27064" y="3419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55664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search box — no eligibility check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27064" y="3767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55664" y="3785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or matching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27064" y="4114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55664" y="4133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English-only, no regional language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27064" y="4572000"/>
            <a:ext cx="242316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1" name="Text 49"/>
          <p:cNvSpPr/>
          <p:nvPr/>
        </p:nvSpPr>
        <p:spPr>
          <a:xfrm>
            <a:off x="6291072" y="457200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idea. No intelligence.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SOLUTIONS — THE GAP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what's actually missing?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approach solves part of the problem. None of them solve all of it — and the gap they leave is exactly what causes that 73% number.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18745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901952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50008" y="1901952"/>
            <a:ext cx="12801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9019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48456" y="1901952"/>
            <a:ext cx="12801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19019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46904" y="1901952"/>
            <a:ext cx="12801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0056" y="190195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45352" y="1901952"/>
            <a:ext cx="117043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901952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34072" y="1901952"/>
            <a:ext cx="1170432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507224" y="1901952"/>
            <a:ext cx="106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1874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423160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Help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50008" y="2423160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24231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48456" y="2423160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721608" y="24231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46904" y="2423160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0056" y="2423160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45352" y="2423160"/>
            <a:ext cx="11704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242316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34072" y="2423160"/>
            <a:ext cx="11704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507224" y="242316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044952"/>
            <a:ext cx="187452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044952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50008" y="3044952"/>
            <a:ext cx="128016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423160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48456" y="3044952"/>
            <a:ext cx="128016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3721608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46904" y="3044952"/>
            <a:ext cx="128016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0056" y="304495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3044952"/>
            <a:ext cx="1170432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3044952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34072" y="3044952"/>
            <a:ext cx="1170432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7507224" y="3044952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666744"/>
            <a:ext cx="1874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" y="3666744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50008" y="3666744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423160" y="366674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48456" y="3666744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721608" y="366674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46904" y="3666744"/>
            <a:ext cx="1280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020056" y="3666744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45352" y="3666744"/>
            <a:ext cx="11704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318504" y="3666744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34072" y="3666744"/>
            <a:ext cx="11704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507224" y="3666744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288536"/>
            <a:ext cx="1874520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" y="428853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PolicyPilot 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50008" y="4288536"/>
            <a:ext cx="1280160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8" name="Text 56"/>
          <p:cNvSpPr/>
          <p:nvPr/>
        </p:nvSpPr>
        <p:spPr>
          <a:xfrm>
            <a:off x="2423160" y="42885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48456" y="4288536"/>
            <a:ext cx="1280160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0" name="Text 58"/>
          <p:cNvSpPr/>
          <p:nvPr/>
        </p:nvSpPr>
        <p:spPr>
          <a:xfrm>
            <a:off x="3721608" y="42885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946904" y="4288536"/>
            <a:ext cx="1280160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2" name="Text 60"/>
          <p:cNvSpPr/>
          <p:nvPr/>
        </p:nvSpPr>
        <p:spPr>
          <a:xfrm>
            <a:off x="5020056" y="4288536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45352" y="4288536"/>
            <a:ext cx="1170432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4" name="Text 62"/>
          <p:cNvSpPr/>
          <p:nvPr/>
        </p:nvSpPr>
        <p:spPr>
          <a:xfrm>
            <a:off x="6318504" y="4288536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34072" y="4288536"/>
            <a:ext cx="1170432" cy="56692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6" name="Text 64"/>
          <p:cNvSpPr/>
          <p:nvPr/>
        </p:nvSpPr>
        <p:spPr>
          <a:xfrm>
            <a:off x="7507224" y="4288536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4855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PolicyPilot is the only approach that addresses all five gaps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0"/>
            <a:ext cx="36576" cy="51435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31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PolicyPilot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09728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933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that reads actual government PDFs, matches citizens to schemes they qualify for, detects policy conflicts, and fills out their applications — all from a plain language description.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search box. Not a generic chatbot. An actual intelligent agent.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502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822960"/>
            <a:ext cx="274320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1005840"/>
            <a:ext cx="2743200" cy="713232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1005840"/>
            <a:ext cx="36576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6053328" y="100584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0528" y="100584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1874520"/>
            <a:ext cx="2743200" cy="713232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874520"/>
            <a:ext cx="36576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187452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187452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real PDFs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743200"/>
            <a:ext cx="2743200" cy="713232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2743200"/>
            <a:ext cx="36576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7432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274320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611880"/>
            <a:ext cx="2743200" cy="713232"/>
          </a:xfrm>
          <a:prstGeom prst="rect">
            <a:avLst/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3611880"/>
            <a:ext cx="36576" cy="7132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361188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10528" y="361188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output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citizen's journey, step by step.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89888"/>
            <a:ext cx="1508760" cy="1389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89888"/>
            <a:ext cx="15087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plain text — no forms, no dropdowns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92808" y="2057400"/>
            <a:ext cx="146304" cy="1371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389888"/>
            <a:ext cx="1508760" cy="1389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1389888"/>
            <a:ext cx="15087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57400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+ income cert — everything else is auto-read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84448" y="2057400"/>
            <a:ext cx="146304" cy="1371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1389888"/>
            <a:ext cx="1508760" cy="1389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9040" y="1389888"/>
            <a:ext cx="15087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49040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RAG pipeline over real scheme PDFs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76088" y="2057400"/>
            <a:ext cx="146304" cy="1371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40680" y="1389888"/>
            <a:ext cx="1508760" cy="1389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40680" y="1389888"/>
            <a:ext cx="15087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40680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13832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engine flags any Central vs State contradictions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67728" y="2057400"/>
            <a:ext cx="146304" cy="1371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0" y="1389888"/>
            <a:ext cx="1508760" cy="1389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132320" y="1389888"/>
            <a:ext cx="150876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1463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32320" y="2029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05472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pre-filled form + Hindi summary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2999232"/>
            <a:ext cx="8321040" cy="1874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2999232"/>
            <a:ext cx="36576" cy="18745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090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TRY THIS IN THE DEMO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40080" y="3346704"/>
            <a:ext cx="795528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4564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a 45-year-old farmer in Gujarat, 2 acres of land, income below ₹1.5 lakh."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385876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Matched:  PM-KISAN  ·  Pradhan Mantri Fasal Bima Yojana  ·  Gujarat Kisan Sahay  ·  Soil Health Card Scheme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Output:  Full checklist per scheme  ·  PM-KISAN draft form pre-filled  ·  Conflict flag raised on PMFBY (Central vs Gujarat version)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400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real official govt. scheme PDFs loaded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212848"/>
            <a:ext cx="13716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86000"/>
            <a:ext cx="6400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Clause-level parsing — not page-level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2807208"/>
            <a:ext cx="13716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80360"/>
            <a:ext cx="6400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0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SentenceTransformers → vector DB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8952" y="3401568"/>
            <a:ext cx="13716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474720"/>
            <a:ext cx="6400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88720" y="3520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query → top-k clauses returned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" y="3995928"/>
            <a:ext cx="13716" cy="20116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69080"/>
            <a:ext cx="640080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4114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responds, citing exact PDF clause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261872"/>
            <a:ext cx="18288" cy="36576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Engine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719072"/>
            <a:ext cx="1810512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1719072"/>
            <a:ext cx="36576" cy="10972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178308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PDF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01168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limit: ₹1,50,000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land: 0.5 acres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75120" y="1719072"/>
            <a:ext cx="2011680" cy="10972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1719072"/>
            <a:ext cx="36576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748272" y="17830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PDF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48272" y="201168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limit: ₹2,00,000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land: 1 acre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72200" y="2852928"/>
            <a:ext cx="1371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6053328" y="3063240"/>
            <a:ext cx="256032" cy="137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246120"/>
            <a:ext cx="3931920" cy="9601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246120"/>
            <a:ext cx="36576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CONFLICT DETECTED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64608" y="36576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limit: ₹1.5L (Central) vs ₹2L (Gujarat)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Land: 0.5 acres (Central) vs 1 acre (Gujarat)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clauses surfaced. Both sources cited. Nothing hidden.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 says hiding contradictions = immediate DQ. PolicyPilot never hides them.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AGENT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PolicyPilot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622708"/>
            <a:ext cx="2286000" cy="162112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636424"/>
            <a:ext cx="2286000" cy="1607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PolicyPilot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17320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173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Text Parser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07792" y="1673352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76272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76272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7627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OCR Reader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07792" y="2432304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35224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35224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352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 (FAISS)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7792" y="3191256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417320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650224" y="1417320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4173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Matcher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42432" y="1673352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176272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650224" y="2176272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1762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42432" y="2432304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2935224"/>
            <a:ext cx="2423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650224" y="2935224"/>
            <a:ext cx="36576" cy="56692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9352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Auto-Filler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42432" y="3191256"/>
            <a:ext cx="502920" cy="137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858768"/>
            <a:ext cx="8229600" cy="6400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385876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  Scheme List   ·   Application Checklist   ·   Conflict Flags   ·   Draft Form   ·   Hindi 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LangChain/LangGraph  ·  GPT-4o  ·  LlamaIndex  ·  FAISS/Pinecone  ·  Whisper  ·  PyMuPDF  ·  FastAPI  ·  React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PolicyPilot Actually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" cy="11155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Input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4128" y="1764792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185623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say it in your own words — or speak it. No dropdowns, no forms. The agent figures out the rest from what you've said.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325880"/>
            <a:ext cx="36576" cy="11155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46904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7528" y="141732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PDF Grounding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67528" y="1764792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5367528" y="185623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back to an exact clause in an official government PDF. No guessing, no paraphrasing from memory.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587752"/>
            <a:ext cx="36576" cy="11155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6791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4128" y="3026664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11810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Central and State versions of the same scheme contradict each other, we flag it explicitly — never silently pick one over the other.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587752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587752"/>
            <a:ext cx="36576" cy="11155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4946904" y="2679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26791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Draft 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67528" y="3026664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367528" y="3118104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Aadhaar and income certificate. We extract your details and pre-fill the application form. You just review and submit.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849624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849624"/>
            <a:ext cx="36576" cy="11155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394106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Checklist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24128" y="4288536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" y="437997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'you qualify' — we tell you exactly which documents to bring, which office to visit, and what the deadline is for each scheme.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849624"/>
            <a:ext cx="4069080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3849624"/>
            <a:ext cx="36576" cy="11155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4946904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67528" y="394106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Regional Languages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67528" y="4288536"/>
            <a:ext cx="33375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5367528" y="437997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summary of all results in Hindi or your preferred regional language — no legal jargon, no English barrier.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We'll Show You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4069080" cy="1572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" cy="15727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1792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→ Matched Schemes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" y="2002536"/>
            <a:ext cx="37490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1122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a citizen description → agent outputs matched schemes, each with eligibility reasoning and exact PDF clause citations.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069080" cy="1572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325880"/>
            <a:ext cx="36576" cy="15727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65192" y="1417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65192" y="16550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in Action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65192" y="2002536"/>
            <a:ext cx="37490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5192" y="211226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official PDFs with contradicting criteria → system flags it visibly, cites both sources. Nothing silently resolved.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4069080" cy="1572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81528"/>
            <a:ext cx="36576" cy="15727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172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1792" y="3410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Application Form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" y="3758184"/>
            <a:ext cx="37490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8679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Aadhaar + income cert → watch the PM-KISAN form fill itself. Citizen only fills in what's not in their documents.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081528"/>
            <a:ext cx="4069080" cy="1572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081528"/>
            <a:ext cx="36576" cy="15727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172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65192" y="3410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Output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65192" y="3758184"/>
            <a:ext cx="37490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192" y="38679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results, plain Hindi. No jargon. No assumptions about the citizen's English ability. It just works in their language.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Actually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8321040" cy="8046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36576" cy="80467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89888"/>
            <a:ext cx="7973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claiming this will fix everything. But if even a fraction of those 73% of citizens start claiming what they're entitled to — that's real, measurable change.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938528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31720"/>
            <a:ext cx="36576" cy="11155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377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" y="29260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&amp; State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Covered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2331720"/>
            <a:ext cx="1938528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2331720"/>
            <a:ext cx="36576" cy="11155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2377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724912" y="29260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Citizens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Benefit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38528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2331720"/>
            <a:ext cx="36576" cy="11155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377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28032" y="29260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2331720"/>
            <a:ext cx="1938528" cy="11155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2331720"/>
            <a:ext cx="36576" cy="11155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931152" y="237744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31152" y="29260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It Should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a Conflict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1280160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69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874520" y="40690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PDFs, working prototype, conflict detection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325112"/>
            <a:ext cx="12801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3251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74520" y="43251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schemes, all states, voice input, feedback loop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581144"/>
            <a:ext cx="12801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81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74520" y="45811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MyScheme.gov.in API, 650+ schemes, govt. partnership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837176"/>
            <a:ext cx="1280160" cy="228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371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874520" y="483717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rollout, Gram Panchayat kiosks, offline mode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us — one hackathon, one real problem, one weekend.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69080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19072"/>
            <a:ext cx="36576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920240"/>
            <a:ext cx="658368" cy="65836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1883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Dharmee Choksi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· 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719072"/>
            <a:ext cx="4069080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719072"/>
            <a:ext cx="36576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1920240"/>
            <a:ext cx="658368" cy="65836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920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06440" y="1883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Vaidik Prajapati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064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·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4069080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80944"/>
            <a:ext cx="36576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182112"/>
            <a:ext cx="658368" cy="65836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82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Aena Patel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·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80944"/>
            <a:ext cx="4069080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980944"/>
            <a:ext cx="36576" cy="10789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3182112"/>
            <a:ext cx="658368" cy="65836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182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0644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Sharma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06440" y="3547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 ·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 ·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6334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858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02920" y="3154680"/>
            <a:ext cx="13716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31012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"Empowering every Indian citizen</a:t>
            </a:r>
            <a:endParaRPr lang="en-US" sz="13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access the welfare they deserve."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 Udaan Hackathon 2026  ·  March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0" y="5943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 A 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914400"/>
            <a:ext cx="246888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18872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Dharmee Choksi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2057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Vaidik Prajapati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Aena Patel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274320" cy="27432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794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Sharma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1572</Words>
  <Application>Microsoft Office PowerPoint</Application>
  <PresentationFormat>On-screen Show (16:9)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PolicyPilot</dc:title>
  <dc:subject>PptxGenJS Presentation</dc:subject>
  <dc:creator>PptxGenJS</dc:creator>
  <cp:lastModifiedBy>Vaidik Prajapati</cp:lastModifiedBy>
  <cp:revision>3</cp:revision>
  <dcterms:created xsi:type="dcterms:W3CDTF">2026-03-23T17:06:27Z</dcterms:created>
  <dcterms:modified xsi:type="dcterms:W3CDTF">2026-03-23T17:18:50Z</dcterms:modified>
</cp:coreProperties>
</file>